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134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844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00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494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411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286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520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19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69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405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89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01765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042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42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772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5463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74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3190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Healthcare Appointment No-show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Using Python EDA and Power BI Dashboard</a:t>
            </a:r>
            <a:endParaRPr lang="en-US" dirty="0"/>
          </a:p>
          <a:p>
            <a:pPr algn="r"/>
            <a:endParaRPr lang="en-US" sz="1600" dirty="0"/>
          </a:p>
          <a:p>
            <a:pPr algn="r"/>
            <a:r>
              <a:rPr lang="en-US" sz="1600" dirty="0"/>
              <a:t>Yashpal Singh Rawat</a:t>
            </a:r>
            <a:endParaRPr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patient appointment data to identify patterns behind no-shows.</a:t>
            </a:r>
          </a:p>
          <a:p>
            <a:r>
              <a:t>Use Python for data cleaning and exploratory data analysis (EDA).</a:t>
            </a:r>
          </a:p>
          <a:p>
            <a:r>
              <a:t>Build interactive visualizations in Power BI to present findings.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records: 110,527</a:t>
            </a:r>
          </a:p>
          <a:p>
            <a:r>
              <a:t>Columns include demographics, medical conditions, appointment info.</a:t>
            </a:r>
          </a:p>
          <a:p>
            <a:r>
              <a:t>Target variable: No-show (Yes/No).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EDA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Cleaning: Handled datetime parsing, removed invalid ages.</a:t>
            </a:r>
          </a:p>
          <a:p>
            <a:r>
              <a:t>Feature Engineering: Created waiting days, converted date formats.</a:t>
            </a:r>
          </a:p>
          <a:p>
            <a:r>
              <a:t>Univariate Analysis: Distribution of age, gender, conditions.</a:t>
            </a:r>
          </a:p>
          <a:p>
            <a:r>
              <a:t>Bivariate Analysis: Impact of SMS, scholarship, age on no-shows.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from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No-show rate is ~20%.</a:t>
            </a:r>
          </a:p>
          <a:p>
            <a:r>
              <a:t>Patients who received SMS were slightly more likely to show up.</a:t>
            </a:r>
          </a:p>
          <a:p>
            <a:r>
              <a:t>Younger patients tend to miss appointments more frequently.</a:t>
            </a:r>
          </a:p>
          <a:p>
            <a:r>
              <a:t>Certain neighborhoods show higher no-show rates.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filters for Age, Gender, Neighborhood.</a:t>
            </a:r>
          </a:p>
          <a:p>
            <a:r>
              <a:t>KPI cards: Show-up rate, no-show rate.</a:t>
            </a:r>
          </a:p>
          <a:p>
            <a:r>
              <a:t>Bar charts and heatmaps to visualize appointment trends.</a:t>
            </a:r>
          </a:p>
          <a:p>
            <a:r>
              <a:t>Insights for better resource planning.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 communication for high-risk groups (young, certain areas).</a:t>
            </a:r>
          </a:p>
          <a:p>
            <a:r>
              <a:t>Use predictive modeling to anticipate no-shows.</a:t>
            </a:r>
          </a:p>
          <a:p>
            <a:r>
              <a:t>Consider incentives or follow-ups for patients with past no-shows.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</TotalTime>
  <Words>226</Words>
  <Application>Microsoft Office PowerPoint</Application>
  <PresentationFormat>On-screen Show (4:3)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Ion</vt:lpstr>
      <vt:lpstr>Healthcare Appointment No-show Analysis</vt:lpstr>
      <vt:lpstr>Project Objective</vt:lpstr>
      <vt:lpstr>Dataset Overview</vt:lpstr>
      <vt:lpstr>Python EDA Tasks</vt:lpstr>
      <vt:lpstr>Insights from EDA</vt:lpstr>
      <vt:lpstr>Power BI Dashboard</vt:lpstr>
      <vt:lpstr>Conclusion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Rawat Jii</dc:creator>
  <cp:keywords/>
  <dc:description>generated using python-pptx</dc:description>
  <cp:lastModifiedBy>Yashpal Singh Rawat</cp:lastModifiedBy>
  <cp:revision>3</cp:revision>
  <dcterms:created xsi:type="dcterms:W3CDTF">2013-01-27T09:14:16Z</dcterms:created>
  <dcterms:modified xsi:type="dcterms:W3CDTF">2025-05-17T18:14:09Z</dcterms:modified>
  <cp:category/>
</cp:coreProperties>
</file>